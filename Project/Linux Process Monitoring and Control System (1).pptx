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85" r:id="rId6"/>
    <p:sldId id="286" r:id="rId7"/>
    <p:sldId id="288" r:id="rId8"/>
    <p:sldId id="292" r:id="rId9"/>
    <p:sldId id="293" r:id="rId10"/>
    <p:sldId id="289" r:id="rId11"/>
    <p:sldId id="290"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2010" autoAdjust="0"/>
  </p:normalViewPr>
  <p:slideViewPr>
    <p:cSldViewPr snapToGrid="0">
      <p:cViewPr varScale="1">
        <p:scale>
          <a:sx n="78" d="100"/>
          <a:sy n="78" d="100"/>
        </p:scale>
        <p:origin x="82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30-10-2026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30-10-2026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30-10-2026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30-10-2026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30-10-2026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30-10-2026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1323244"/>
            <a:ext cx="7955279" cy="852085"/>
          </a:xfrm>
        </p:spPr>
        <p:txBody>
          <a:bodyPr>
            <a:noAutofit/>
          </a:bodyPr>
          <a:lstStyle/>
          <a:p>
            <a:pPr algn="ctr"/>
            <a:r>
              <a:rPr lang="en-US" sz="2800" dirty="0" smtClean="0"/>
              <a:t>Linux Process Monitoring and Control System</a:t>
            </a:r>
            <a:endParaRPr lang="en-IN" sz="2800"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 </a:t>
            </a:r>
            <a:r>
              <a:rPr lang="en-US" dirty="0"/>
              <a:t>OPERATING SYSTEMS AND SYSTEMS </a:t>
            </a:r>
            <a:r>
              <a:rPr lang="en-US" dirty="0" smtClean="0"/>
              <a:t>PROGRAMMING</a:t>
            </a:r>
          </a:p>
          <a:p>
            <a:pPr algn="ctr"/>
            <a:r>
              <a:rPr lang="en-US" dirty="0" smtClean="0"/>
              <a:t>COURSE CODE: 25CS2104E</a:t>
            </a:r>
          </a:p>
          <a:p>
            <a:pPr algn="ctr"/>
            <a:r>
              <a:rPr lang="en-US" dirty="0" smtClean="0"/>
              <a:t>SECTION: 4</a:t>
            </a:r>
          </a:p>
          <a:p>
            <a:pPr algn="ctr"/>
            <a:r>
              <a:rPr lang="en-US" dirty="0" smtClean="0"/>
              <a:t>BATCH: 14</a:t>
            </a:r>
          </a:p>
          <a:p>
            <a:pPr algn="ctr"/>
            <a:r>
              <a:rPr lang="en-US" dirty="0" smtClean="0"/>
              <a:t>Branch: CSE</a:t>
            </a:r>
          </a:p>
          <a:p>
            <a:pPr algn="ctr"/>
            <a:r>
              <a:rPr lang="en-US" dirty="0" smtClean="0"/>
              <a:t>GUIDED BY: </a:t>
            </a:r>
            <a:r>
              <a:rPr lang="en-US" dirty="0" err="1" smtClean="0"/>
              <a:t>soumya</a:t>
            </a:r>
            <a:r>
              <a:rPr lang="en-US" dirty="0" smtClean="0"/>
              <a:t> ENUKONDA(Assistant professor)</a:t>
            </a:r>
          </a:p>
          <a:p>
            <a:pPr algn="ctr"/>
            <a:r>
              <a:rPr lang="en-US" dirty="0" smtClean="0"/>
              <a:t>2520030157  - SAI SURENDRANATH PENDYALA</a:t>
            </a:r>
          </a:p>
          <a:p>
            <a:pPr algn="ctr"/>
            <a:r>
              <a:rPr lang="en-US" dirty="0" smtClean="0"/>
              <a:t>2520030195 - ADA ROHAN</a:t>
            </a:r>
          </a:p>
          <a:p>
            <a:pPr algn="ctr"/>
            <a:r>
              <a:rPr lang="en-US" dirty="0" smtClean="0"/>
              <a:t>2520030291 - MEDIKONDA RAM RATAN </a:t>
            </a:r>
          </a:p>
          <a:p>
            <a:pPr algn="ctr"/>
            <a:r>
              <a:rPr lang="en-US" dirty="0" smtClean="0"/>
              <a:t>2026-2027</a:t>
            </a:r>
          </a:p>
        </p:txBody>
      </p:sp>
      <p:pic>
        <p:nvPicPr>
          <p:cNvPr id="4" name="Picture 3"/>
          <p:cNvPicPr>
            <a:picLocks noChangeAspect="1"/>
          </p:cNvPicPr>
          <p:nvPr/>
        </p:nvPicPr>
        <p:blipFill>
          <a:blip r:embed="rId2"/>
          <a:stretch>
            <a:fillRect/>
          </a:stretch>
        </p:blipFill>
        <p:spPr>
          <a:xfrm>
            <a:off x="0" y="0"/>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CONTENTS</a:t>
            </a:r>
            <a:endParaRPr lang="en-IN"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dirty="0" smtClean="0"/>
              <a:t>Abstract </a:t>
            </a:r>
          </a:p>
          <a:p>
            <a:pPr>
              <a:buFont typeface="Arial" panose="020B0604020202020204" pitchFamily="34" charset="0"/>
              <a:buChar char="•"/>
            </a:pPr>
            <a:r>
              <a:rPr lang="en-US" dirty="0" smtClean="0"/>
              <a:t>Introduction </a:t>
            </a:r>
            <a:endParaRPr lang="en-US" dirty="0"/>
          </a:p>
          <a:p>
            <a:pPr>
              <a:buFont typeface="Arial" panose="020B0604020202020204" pitchFamily="34" charset="0"/>
              <a:buChar char="•"/>
            </a:pPr>
            <a:r>
              <a:rPr lang="en-US" dirty="0" smtClean="0"/>
              <a:t>Literature </a:t>
            </a:r>
            <a:r>
              <a:rPr lang="en-US" dirty="0"/>
              <a:t>Survey </a:t>
            </a:r>
          </a:p>
          <a:p>
            <a:pPr>
              <a:buFont typeface="Arial" panose="020B0604020202020204" pitchFamily="34" charset="0"/>
              <a:buChar char="•"/>
            </a:pPr>
            <a:r>
              <a:rPr lang="en-US" dirty="0" smtClean="0"/>
              <a:t>Existing </a:t>
            </a:r>
            <a:r>
              <a:rPr lang="en-US" dirty="0"/>
              <a:t>System </a:t>
            </a:r>
          </a:p>
          <a:p>
            <a:pPr>
              <a:buFont typeface="Arial" panose="020B0604020202020204" pitchFamily="34" charset="0"/>
              <a:buChar char="•"/>
            </a:pPr>
            <a:r>
              <a:rPr lang="en-US" dirty="0"/>
              <a:t>P</a:t>
            </a:r>
            <a:r>
              <a:rPr lang="en-US" dirty="0" smtClean="0"/>
              <a:t>roposed System</a:t>
            </a:r>
          </a:p>
          <a:p>
            <a:pPr>
              <a:buFont typeface="Arial" panose="020B0604020202020204" pitchFamily="34" charset="0"/>
              <a:buChar char="•"/>
            </a:pPr>
            <a:r>
              <a:rPr lang="en-US" dirty="0" smtClean="0"/>
              <a:t>Conclusion</a:t>
            </a:r>
          </a:p>
          <a:p>
            <a:pPr>
              <a:buFont typeface="Arial" panose="020B0604020202020204" pitchFamily="34" charset="0"/>
              <a:buChar char="•"/>
            </a:pPr>
            <a:r>
              <a:rPr lang="en-US" dirty="0" smtClean="0"/>
              <a:t>Future Scope</a:t>
            </a:r>
            <a:endParaRPr lang="en-US" dirty="0"/>
          </a:p>
          <a:p>
            <a:endParaRPr lang="en-US" dirty="0" smtClean="0"/>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dirty="0" smtClean="0"/>
              <a:t>ABSTRACT</a:t>
            </a:r>
            <a:endParaRPr lang="en-IN" dirty="0"/>
          </a:p>
        </p:txBody>
      </p:sp>
      <p:sp>
        <p:nvSpPr>
          <p:cNvPr id="3" name="Content Placeholder 2"/>
          <p:cNvSpPr>
            <a:spLocks noGrp="1"/>
          </p:cNvSpPr>
          <p:nvPr>
            <p:ph idx="1"/>
          </p:nvPr>
        </p:nvSpPr>
        <p:spPr>
          <a:xfrm>
            <a:off x="685801" y="1410547"/>
            <a:ext cx="10131425" cy="3649133"/>
          </a:xfrm>
        </p:spPr>
        <p:txBody>
          <a:bodyPr>
            <a:normAutofit/>
          </a:bodyPr>
          <a:lstStyle/>
          <a:p>
            <a:pPr algn="just"/>
            <a:r>
              <a:rPr lang="en-US" dirty="0"/>
              <a:t>Linux Process Monitoring and Control System is a Linux-based systems programming project designed to monitor and control running processes efficiently. The system provides information such as Process ID (PID), process state, CPU usage, memory usage, and other process-related details. It allows users to search, monitor, and control processes through a command-line interface. The project demonstrates important Operating Systems concepts including process management, process states, process identification, signals, process creation, and termination. Linux system interfaces and POSIX mechanisms are used to obtain process information and perform process control operations. The proposed system provides a simple and interactive environment for understanding how Linux manages processes and resources.</a:t>
            </a:r>
          </a:p>
        </p:txBody>
      </p:sp>
    </p:spTree>
    <p:extLst>
      <p:ext uri="{BB962C8B-B14F-4D97-AF65-F5344CB8AC3E}">
        <p14:creationId xmlns:p14="http://schemas.microsoft.com/office/powerpoint/2010/main" val="4221280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lstStyle/>
          <a:p>
            <a:pPr algn="ctr"/>
            <a:r>
              <a:rPr lang="en-US" dirty="0" smtClean="0"/>
              <a:t>INTRODUCTION</a:t>
            </a:r>
            <a:endParaRPr lang="en-IN" dirty="0"/>
          </a:p>
        </p:txBody>
      </p:sp>
      <p:sp>
        <p:nvSpPr>
          <p:cNvPr id="3" name="Content Placeholder 2"/>
          <p:cNvSpPr>
            <a:spLocks noGrp="1"/>
          </p:cNvSpPr>
          <p:nvPr>
            <p:ph idx="1"/>
          </p:nvPr>
        </p:nvSpPr>
        <p:spPr>
          <a:xfrm>
            <a:off x="846056" y="1235587"/>
            <a:ext cx="10131425" cy="3649133"/>
          </a:xfrm>
        </p:spPr>
        <p:txBody>
          <a:bodyPr>
            <a:normAutofit/>
          </a:bodyPr>
          <a:lstStyle/>
          <a:p>
            <a:pPr algn="just"/>
            <a:r>
              <a:rPr lang="en-US" dirty="0"/>
              <a:t>Managing and monitoring multiple processes is an important part of Linux Operating Systems and Systems Programming. Each running process has its own Process ID, state, CPU usage, memory usage, and other information that may need to be observed and managed. Understanding this information helps users learn how Linux handles processes and system resources. This project focuses on developing a Linux-based command-line application that allows users to view process information, search for specific processes, monitor process activity, and perform basic process control operations using Linux system interfaces and POSIX mechanisms.</a:t>
            </a:r>
            <a:endParaRPr lang="en-IN" dirty="0"/>
          </a:p>
        </p:txBody>
      </p:sp>
    </p:spTree>
    <p:extLst>
      <p:ext uri="{BB962C8B-B14F-4D97-AF65-F5344CB8AC3E}">
        <p14:creationId xmlns:p14="http://schemas.microsoft.com/office/powerpoint/2010/main" val="283191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LITERATURE Survey </a:t>
            </a:r>
            <a:endParaRPr lang="en-IN" dirty="0"/>
          </a:p>
        </p:txBody>
      </p:sp>
      <p:sp>
        <p:nvSpPr>
          <p:cNvPr id="3" name="Content Placeholder 2"/>
          <p:cNvSpPr>
            <a:spLocks noGrp="1"/>
          </p:cNvSpPr>
          <p:nvPr>
            <p:ph idx="1"/>
          </p:nvPr>
        </p:nvSpPr>
        <p:spPr/>
        <p:txBody>
          <a:bodyPr/>
          <a:lstStyle/>
          <a:p>
            <a:pPr algn="just"/>
            <a:r>
              <a:rPr lang="en-US" dirty="0"/>
              <a:t>Linux offers a powerful set of system-level facilities for observing, analyzing, and controlling running </a:t>
            </a:r>
            <a:r>
              <a:rPr lang="en-US" dirty="0" smtClean="0"/>
              <a:t>processes. A </a:t>
            </a:r>
            <a:r>
              <a:rPr lang="en-US" dirty="0"/>
              <a:t>process can be tracked through its Process ID (PID), execution state, resource consumption, and other runtime characteristics. </a:t>
            </a:r>
            <a:r>
              <a:rPr lang="en-US" dirty="0" smtClean="0"/>
              <a:t>The </a:t>
            </a:r>
            <a:r>
              <a:rPr lang="en-US" dirty="0"/>
              <a:t>operating system also provides signals for sending control commands to processes, along with system calls such as fork(), wait(), </a:t>
            </a:r>
            <a:r>
              <a:rPr lang="en-US" dirty="0" err="1"/>
              <a:t>waitpid</a:t>
            </a:r>
            <a:r>
              <a:rPr lang="en-US" dirty="0"/>
              <a:t>(), and kill() for creating processes, handling their completion, and managing their </a:t>
            </a:r>
            <a:r>
              <a:rPr lang="en-US" dirty="0" smtClean="0"/>
              <a:t>execution. In </a:t>
            </a:r>
            <a:r>
              <a:rPr lang="en-US" dirty="0"/>
              <a:t>addition, the /</a:t>
            </a:r>
            <a:r>
              <a:rPr lang="en-US" dirty="0" err="1"/>
              <a:t>proc</a:t>
            </a:r>
            <a:r>
              <a:rPr lang="en-US" dirty="0"/>
              <a:t> virtual file system provides valuable information about active processes and overall system resources. POSIX APIs further support reliable process-management operations. By combining these mechanisms, the proposed Linux Process Monitoring and Control System provides an effective way to monitor process activity, understand system behavior, and perform essential process-control operations through a unified interface.</a:t>
            </a:r>
            <a:endParaRPr lang="en-US" dirty="0" smtClean="0"/>
          </a:p>
          <a:p>
            <a:endParaRPr lang="en-IN" dirty="0"/>
          </a:p>
        </p:txBody>
      </p:sp>
    </p:spTree>
    <p:extLst>
      <p:ext uri="{BB962C8B-B14F-4D97-AF65-F5344CB8AC3E}">
        <p14:creationId xmlns:p14="http://schemas.microsoft.com/office/powerpoint/2010/main" val="618437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Existing system </a:t>
            </a:r>
            <a:endParaRPr lang="en-IN" dirty="0"/>
          </a:p>
        </p:txBody>
      </p:sp>
      <p:sp>
        <p:nvSpPr>
          <p:cNvPr id="3" name="Content Placeholder 2"/>
          <p:cNvSpPr>
            <a:spLocks noGrp="1"/>
          </p:cNvSpPr>
          <p:nvPr>
            <p:ph idx="1"/>
          </p:nvPr>
        </p:nvSpPr>
        <p:spPr/>
        <p:txBody>
          <a:bodyPr/>
          <a:lstStyle/>
          <a:p>
            <a:pPr algn="just"/>
            <a:r>
              <a:rPr lang="en-US" dirty="0"/>
              <a:t>The existing Linux environment provides system utilities that allow users to view information about running processes and perform process-management operations. However, managing multiple processes can be difficult when users need to identify process details, observe process states, monitor resource usage, and control individual processes. Although existing system utilities provide the required process information, understanding the underlying Operating Systems mechanisms is important for Systems Programming. Therefore, there is a need for a simple and interactive system that combines process monitoring, process searching, information display, and basic process-control operations in one command-line application.</a:t>
            </a:r>
            <a:endParaRPr lang="en-IN" dirty="0"/>
          </a:p>
        </p:txBody>
      </p:sp>
    </p:spTree>
    <p:extLst>
      <p:ext uri="{BB962C8B-B14F-4D97-AF65-F5344CB8AC3E}">
        <p14:creationId xmlns:p14="http://schemas.microsoft.com/office/powerpoint/2010/main" val="378679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459" y="727587"/>
            <a:ext cx="10131425" cy="1456267"/>
          </a:xfrm>
        </p:spPr>
        <p:txBody>
          <a:bodyPr/>
          <a:lstStyle/>
          <a:p>
            <a:pPr algn="ctr"/>
            <a:r>
              <a:rPr lang="en-US" dirty="0" smtClean="0"/>
              <a:t>Proposed system</a:t>
            </a:r>
            <a:endParaRPr lang="en-IN" dirty="0"/>
          </a:p>
        </p:txBody>
      </p:sp>
      <p:sp>
        <p:nvSpPr>
          <p:cNvPr id="3" name="Content Placeholder 2"/>
          <p:cNvSpPr>
            <a:spLocks noGrp="1"/>
          </p:cNvSpPr>
          <p:nvPr>
            <p:ph idx="1"/>
          </p:nvPr>
        </p:nvSpPr>
        <p:spPr>
          <a:xfrm>
            <a:off x="685801" y="1691149"/>
            <a:ext cx="10131425" cy="4100052"/>
          </a:xfrm>
        </p:spPr>
        <p:txBody>
          <a:bodyPr/>
          <a:lstStyle/>
          <a:p>
            <a:pPr algn="just"/>
            <a:r>
              <a:rPr lang="en-US" dirty="0"/>
              <a:t>The proposed system is a Linux Process Monitoring and Control System developed as a command-line based application using </a:t>
            </a:r>
            <a:r>
              <a:rPr lang="en-US" dirty="0" smtClean="0"/>
              <a:t>C. It </a:t>
            </a:r>
            <a:r>
              <a:rPr lang="en-US" dirty="0"/>
              <a:t>obtains process-related information using Linux system </a:t>
            </a:r>
            <a:r>
              <a:rPr lang="en-US" dirty="0" smtClean="0"/>
              <a:t>interfaces, </a:t>
            </a:r>
            <a:r>
              <a:rPr lang="en-IN" dirty="0"/>
              <a:t>particularly the </a:t>
            </a:r>
            <a:r>
              <a:rPr lang="en-IN" dirty="0" smtClean="0"/>
              <a:t>/</a:t>
            </a:r>
            <a:r>
              <a:rPr lang="en-IN" dirty="0" err="1" smtClean="0"/>
              <a:t>proc</a:t>
            </a:r>
            <a:r>
              <a:rPr lang="en-IN" dirty="0" smtClean="0"/>
              <a:t> file system </a:t>
            </a:r>
            <a:r>
              <a:rPr lang="en-US" dirty="0" smtClean="0"/>
              <a:t>and system calls. A </a:t>
            </a:r>
            <a:r>
              <a:rPr lang="en-US" dirty="0"/>
              <a:t>menu-driven interface allows users to list running processes and search for specific </a:t>
            </a:r>
            <a:r>
              <a:rPr lang="en-US" dirty="0" smtClean="0"/>
              <a:t>processes. Users </a:t>
            </a:r>
            <a:r>
              <a:rPr lang="en-US" dirty="0"/>
              <a:t>can view process details and monitor CPU and memory </a:t>
            </a:r>
            <a:r>
              <a:rPr lang="en-US" dirty="0" smtClean="0"/>
              <a:t>usage. The </a:t>
            </a:r>
            <a:r>
              <a:rPr lang="en-US" dirty="0"/>
              <a:t>system allows users to control processes using Linux </a:t>
            </a:r>
            <a:r>
              <a:rPr lang="en-US" dirty="0" smtClean="0"/>
              <a:t>signals. It </a:t>
            </a:r>
            <a:r>
              <a:rPr lang="en-US" dirty="0"/>
              <a:t>demonstrates important concepts such as process management</a:t>
            </a:r>
            <a:r>
              <a:rPr lang="en-US" dirty="0" smtClean="0"/>
              <a:t>, </a:t>
            </a:r>
            <a:r>
              <a:rPr lang="en-US" dirty="0"/>
              <a:t>Process IDs (PIDs), process </a:t>
            </a:r>
            <a:r>
              <a:rPr lang="en-US" dirty="0" smtClean="0"/>
              <a:t>states, signals</a:t>
            </a:r>
            <a:r>
              <a:rPr lang="en-US" dirty="0"/>
              <a:t>, system calls, process creation, </a:t>
            </a:r>
            <a:r>
              <a:rPr lang="en-US" dirty="0" smtClean="0"/>
              <a:t>termination</a:t>
            </a:r>
            <a:r>
              <a:rPr lang="en-US" dirty="0"/>
              <a:t> </a:t>
            </a:r>
            <a:r>
              <a:rPr lang="en-US" dirty="0" smtClean="0"/>
              <a:t>and the /</a:t>
            </a:r>
            <a:r>
              <a:rPr lang="en-US" dirty="0" err="1" smtClean="0"/>
              <a:t>proc</a:t>
            </a:r>
            <a:r>
              <a:rPr lang="en-US" dirty="0" smtClean="0"/>
              <a:t> file system.</a:t>
            </a:r>
          </a:p>
          <a:p>
            <a:endParaRPr lang="en-US" dirty="0" smtClean="0"/>
          </a:p>
          <a:p>
            <a:endParaRPr lang="en-IN" dirty="0"/>
          </a:p>
        </p:txBody>
      </p:sp>
    </p:spTree>
    <p:extLst>
      <p:ext uri="{BB962C8B-B14F-4D97-AF65-F5344CB8AC3E}">
        <p14:creationId xmlns:p14="http://schemas.microsoft.com/office/powerpoint/2010/main" val="2557883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923" y="0"/>
            <a:ext cx="10131425" cy="619432"/>
          </a:xfrm>
        </p:spPr>
        <p:txBody>
          <a:bodyPr>
            <a:normAutofit fontScale="90000"/>
          </a:bodyPr>
          <a:lstStyle/>
          <a:p>
            <a:pPr algn="ctr"/>
            <a:r>
              <a:rPr lang="en-US" dirty="0" smtClean="0"/>
              <a:t>INPUT AND OUTPUT SCREENSHOT - 1</a:t>
            </a:r>
            <a:endParaRPr lang="en-IN" dirty="0"/>
          </a:p>
        </p:txBody>
      </p:sp>
      <p:pic>
        <p:nvPicPr>
          <p:cNvPr id="4" name="Content Placeholder 3"/>
          <p:cNvPicPr>
            <a:picLocks noGrp="1" noChangeAspect="1"/>
          </p:cNvPicPr>
          <p:nvPr>
            <p:ph idx="1"/>
          </p:nvPr>
        </p:nvPicPr>
        <p:blipFill>
          <a:blip r:embed="rId2"/>
          <a:stretch>
            <a:fillRect/>
          </a:stretch>
        </p:blipFill>
        <p:spPr>
          <a:xfrm>
            <a:off x="50242" y="498850"/>
            <a:ext cx="12141758" cy="6359149"/>
          </a:xfrm>
          <a:prstGeom prst="rect">
            <a:avLst/>
          </a:prstGeom>
        </p:spPr>
      </p:pic>
    </p:spTree>
    <p:extLst>
      <p:ext uri="{BB962C8B-B14F-4D97-AF65-F5344CB8AC3E}">
        <p14:creationId xmlns:p14="http://schemas.microsoft.com/office/powerpoint/2010/main" val="24213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7078" y="1"/>
            <a:ext cx="10131425" cy="698090"/>
          </a:xfrm>
        </p:spPr>
        <p:txBody>
          <a:bodyPr/>
          <a:lstStyle/>
          <a:p>
            <a:pPr algn="ctr"/>
            <a:r>
              <a:rPr lang="en-US" dirty="0"/>
              <a:t>INPUT AND OUTPUT SCREENSHOT - </a:t>
            </a:r>
            <a:r>
              <a:rPr lang="en-US" dirty="0" smtClean="0"/>
              <a:t>2</a:t>
            </a:r>
            <a:endParaRPr lang="en-IN" dirty="0"/>
          </a:p>
        </p:txBody>
      </p:sp>
      <p:pic>
        <p:nvPicPr>
          <p:cNvPr id="4" name="Content Placeholder 3"/>
          <p:cNvPicPr>
            <a:picLocks noGrp="1" noChangeAspect="1"/>
          </p:cNvPicPr>
          <p:nvPr>
            <p:ph idx="1"/>
          </p:nvPr>
        </p:nvPicPr>
        <p:blipFill>
          <a:blip r:embed="rId2"/>
          <a:stretch>
            <a:fillRect/>
          </a:stretch>
        </p:blipFill>
        <p:spPr>
          <a:xfrm>
            <a:off x="0" y="629264"/>
            <a:ext cx="12270658" cy="6228735"/>
          </a:xfrm>
          <a:prstGeom prst="rect">
            <a:avLst/>
          </a:prstGeom>
        </p:spPr>
      </p:pic>
    </p:spTree>
    <p:extLst>
      <p:ext uri="{BB962C8B-B14F-4D97-AF65-F5344CB8AC3E}">
        <p14:creationId xmlns:p14="http://schemas.microsoft.com/office/powerpoint/2010/main" val="625058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a:t>
            </a:r>
            <a:endParaRPr lang="en-IN" dirty="0"/>
          </a:p>
        </p:txBody>
      </p:sp>
      <p:sp>
        <p:nvSpPr>
          <p:cNvPr id="3" name="Content Placeholder 2"/>
          <p:cNvSpPr>
            <a:spLocks noGrp="1"/>
          </p:cNvSpPr>
          <p:nvPr>
            <p:ph idx="1"/>
          </p:nvPr>
        </p:nvSpPr>
        <p:spPr/>
        <p:txBody>
          <a:bodyPr/>
          <a:lstStyle/>
          <a:p>
            <a:pPr algn="just"/>
            <a:r>
              <a:rPr lang="en-US" dirty="0"/>
              <a:t>The Linux Process Monitoring and Control System provides a functional command-line solution for monitoring and controlling Linux processes. </a:t>
            </a:r>
            <a:r>
              <a:rPr lang="en-US" dirty="0" smtClean="0"/>
              <a:t>The </a:t>
            </a:r>
            <a:r>
              <a:rPr lang="en-US" dirty="0"/>
              <a:t>system allows users to view running processes, search for specific processes, display process information, monitor CPU and memory usage, and perform basic process-control operations. </a:t>
            </a:r>
            <a:r>
              <a:rPr lang="en-US" dirty="0" smtClean="0"/>
              <a:t>Through </a:t>
            </a:r>
            <a:r>
              <a:rPr lang="en-US" dirty="0"/>
              <a:t>this project, important Operating Systems and Systems Programming concepts such as process management, process states, signals, system calls, </a:t>
            </a:r>
            <a:r>
              <a:rPr lang="en-US" dirty="0" smtClean="0"/>
              <a:t>the /</a:t>
            </a:r>
            <a:r>
              <a:rPr lang="en-US" dirty="0" err="1" smtClean="0"/>
              <a:t>proc</a:t>
            </a:r>
            <a:r>
              <a:rPr lang="en-US" dirty="0" smtClean="0"/>
              <a:t> file system, and POSIX mechanisms are practically demonstrated. The </a:t>
            </a:r>
            <a:r>
              <a:rPr lang="en-US" dirty="0"/>
              <a:t>project provides a simple way to understand how processes are monitored and controlled in a Linux environment.</a:t>
            </a:r>
            <a:endParaRPr lang="en-US" dirty="0" smtClean="0"/>
          </a:p>
          <a:p>
            <a:endParaRPr lang="en-IN" dirty="0"/>
          </a:p>
        </p:txBody>
      </p:sp>
    </p:spTree>
    <p:extLst>
      <p:ext uri="{BB962C8B-B14F-4D97-AF65-F5344CB8AC3E}">
        <p14:creationId xmlns:p14="http://schemas.microsoft.com/office/powerpoint/2010/main" val="1218536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FUTURE SCOPE</a:t>
            </a:r>
            <a:endParaRPr lang="en-IN" dirty="0"/>
          </a:p>
        </p:txBody>
      </p:sp>
      <p:sp>
        <p:nvSpPr>
          <p:cNvPr id="3" name="Content Placeholder 2"/>
          <p:cNvSpPr>
            <a:spLocks noGrp="1"/>
          </p:cNvSpPr>
          <p:nvPr>
            <p:ph idx="1"/>
          </p:nvPr>
        </p:nvSpPr>
        <p:spPr/>
        <p:txBody>
          <a:bodyPr/>
          <a:lstStyle/>
          <a:p>
            <a:pPr algn="just"/>
            <a:r>
              <a:rPr lang="en-US" dirty="0"/>
              <a:t>The system can be enhanced in the future by adding more advanced process-monitoring and management </a:t>
            </a:r>
            <a:r>
              <a:rPr lang="en-US" dirty="0" smtClean="0"/>
              <a:t>features. It </a:t>
            </a:r>
            <a:r>
              <a:rPr lang="en-US" dirty="0"/>
              <a:t>can be extended to provide real-time monitoring, graphical visualization of CPU and memory usage, process history and logging, advanced filtering and sorting, and improved process-control </a:t>
            </a:r>
            <a:r>
              <a:rPr lang="en-US" dirty="0" smtClean="0"/>
              <a:t>options. The </a:t>
            </a:r>
            <a:r>
              <a:rPr lang="en-US" dirty="0"/>
              <a:t>system can also be developed with a graphical user interface to make it easier for users to monitor and manage processes. </a:t>
            </a:r>
            <a:r>
              <a:rPr lang="en-US" dirty="0" smtClean="0"/>
              <a:t>These </a:t>
            </a:r>
            <a:r>
              <a:rPr lang="en-US" dirty="0"/>
              <a:t>enhancements can make the application more powerful and useful for Linux system administration and Operating Systems learning.</a:t>
            </a:r>
            <a:endParaRPr lang="en-IN" dirty="0"/>
          </a:p>
        </p:txBody>
      </p:sp>
    </p:spTree>
    <p:extLst>
      <p:ext uri="{BB962C8B-B14F-4D97-AF65-F5344CB8AC3E}">
        <p14:creationId xmlns:p14="http://schemas.microsoft.com/office/powerpoint/2010/main" val="22009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smtClean="0"/>
              <a:t>THANK YOU </a:t>
            </a:r>
            <a:endParaRPr lang="en-IN" dirty="0"/>
          </a:p>
        </p:txBody>
      </p:sp>
    </p:spTree>
    <p:extLst>
      <p:ext uri="{BB962C8B-B14F-4D97-AF65-F5344CB8AC3E}">
        <p14:creationId xmlns:p14="http://schemas.microsoft.com/office/powerpoint/2010/main" val="26005686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508</TotalTime>
  <Words>864</Words>
  <Application>Microsoft Office PowerPoint</Application>
  <PresentationFormat>Widescreen</PresentationFormat>
  <Paragraphs>36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Celestial</vt:lpstr>
      <vt:lpstr>Linux Process Monitoring and Control System</vt:lpstr>
      <vt:lpstr>CONTENTS</vt:lpstr>
      <vt:lpstr>ABSTRACT</vt:lpstr>
      <vt:lpstr>INTRODUCTION</vt:lpstr>
      <vt:lpstr>LITERATURE Survey </vt:lpstr>
      <vt:lpstr>Existing system </vt:lpstr>
      <vt:lpstr>Proposed system</vt:lpstr>
      <vt:lpstr>INPUT AND OUTPUT SCREENSHOT - 1</vt:lpstr>
      <vt:lpstr>INPUT AND OUTPUT SCREENSHOT - 2</vt:lpstr>
      <vt:lpstr>conclusion</vt:lpstr>
      <vt:lpstr>FUTURE SCOPE</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54</cp:revision>
  <dcterms:created xsi:type="dcterms:W3CDTF">2026-06-10T13:51:49Z</dcterms:created>
  <dcterms:modified xsi:type="dcterms:W3CDTF">2026-10-30T13:12:26Z</dcterms:modified>
</cp:coreProperties>
</file>